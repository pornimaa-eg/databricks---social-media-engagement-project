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9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9636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Engagement Analytics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Engineering on Databricks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 | MLflow | Unity Catalog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4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data pipeline to analyze social media engagement metrics using Databricks' medallion architecture (Bronze → Silver → Gold).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for governance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for ACID transactions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for data transformations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for ML model tracking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Jobs for orchestration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</a:t>
            </a:r>
            <a:endParaRPr lang="en-US" sz="4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4592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691640" y="1417320"/>
            <a:ext cx="1737360" cy="91440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6" name="Text 3"/>
          <p:cNvSpPr/>
          <p:nvPr/>
        </p:nvSpPr>
        <p:spPr>
          <a:xfrm>
            <a:off x="1503566" y="1555865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92136" y="19627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Ingestion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691640"/>
            <a:ext cx="457200" cy="457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339937" y="1463040"/>
            <a:ext cx="1627909" cy="914400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10" name="Text 6"/>
          <p:cNvSpPr/>
          <p:nvPr/>
        </p:nvSpPr>
        <p:spPr>
          <a:xfrm>
            <a:off x="4160520" y="1578171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171950" y="1985079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+ Enriched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673352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995160" y="1484515"/>
            <a:ext cx="1691640" cy="9144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4" name="Text 9"/>
          <p:cNvSpPr/>
          <p:nvPr/>
        </p:nvSpPr>
        <p:spPr>
          <a:xfrm>
            <a:off x="7042265" y="1628463"/>
            <a:ext cx="149629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789420" y="1985079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Ready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41466" y="2609088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Layer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Raw CSV ingestion from Unity Catalog volumes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Metadata tracking (ingestion timestamp, source file)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quality: filter impressions &gt; 0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engineering: engagement_rate = (likes + comments + shares) / impressions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OPTIMIZE + ZORDER for query performance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Platform performance aggregates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Content type analysis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Daily engagement trends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Layer: Raw Data Ingestion</a:t>
            </a:r>
            <a:endParaRPr lang="en-US" sz="4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371600"/>
            <a:ext cx="7315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Engagement Dataset (CSV)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Structure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Catalog: 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social_media_catalog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Schemas: 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bronze, silver, gold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Volume: 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bronze.raw_data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Operations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ingestion with schema inference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metadata enrichment (timestamp, file path)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format for ACID compliance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writes to preserve history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Layer: Data Transformation</a:t>
            </a:r>
            <a:endParaRPr lang="en-US" sz="4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371600"/>
            <a:ext cx="7315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Enrichment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Steps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records where impressions &gt; 0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platform names (uppercase)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engagement_rate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(likes + comments + shares) / impressions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date and hour from timestamp for time-based analysis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OPTIMIZE: Compact small files for better performance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ZORDER BY (platform, timestamp): Enable data skipping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Layer: Business Analytics</a:t>
            </a:r>
            <a:endParaRPr lang="en-US" sz="4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371600"/>
            <a:ext cx="7315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Analytics Tables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Platform Performance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Total posts, average engagement rate, total impressions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platform (Instagram, Twitter, Facebook, etc.)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Content Type Performance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which content types drive highest engagement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Platform-level aggregations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Daily Engagement Trends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analysis of engagement over time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patterns and seasonality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Component: Predicting Engagement</a:t>
            </a:r>
            <a:endParaRPr lang="en-US" sz="4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352697" y="1331105"/>
            <a:ext cx="8229600" cy="2743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371600"/>
            <a:ext cx="7315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engagement rate based on post metrics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Impressions, likes count, comments count, shares count, timestamp hour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Tested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Regressor (max_depth=5)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Integration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parameters (model type, hyperparameters)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metrics (RMSE, R² score)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models for deployment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Governance</a:t>
            </a:r>
            <a:endParaRPr lang="en-US" sz="4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4630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Jobs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 execution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Schedule-based triggers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management</a:t>
            </a:r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55448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0" y="14630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metadata management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access control</a:t>
            </a: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 tracking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731520" y="356616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Features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time travel for auditing and rollback</a:t>
            </a: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table versioning</a:t>
            </a: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evolution with mergeSchema option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508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implemented medallion architecture (Bronze → Silver → Gold)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2286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Performance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OPTIMIZE and ZORDER for query efficiency, feature engineering for analytics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0896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80160" y="3063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Integration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predictive models with MLflow experiment tracking and model registry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86200"/>
            <a:ext cx="365760" cy="3657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80160" y="3840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Governance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for secure data management, access control, and lineage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663440"/>
            <a:ext cx="365760" cy="36576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80160" y="4526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workflows with Databricks Jobs, ready for continuous deployment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7036" y="199089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544</Words>
  <Application>Microsoft Office PowerPoint</Application>
  <PresentationFormat>On-screen Show (16:9)</PresentationFormat>
  <Paragraphs>126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Engagement Analytics - Databricks Project</dc:title>
  <dc:subject>PptxGenJS Presentation</dc:subject>
  <dc:creator>Data Engineering Portfolio</dc:creator>
  <cp:lastModifiedBy>Pornimaa EG</cp:lastModifiedBy>
  <cp:revision>4</cp:revision>
  <dcterms:created xsi:type="dcterms:W3CDTF">2026-02-01T08:16:59Z</dcterms:created>
  <dcterms:modified xsi:type="dcterms:W3CDTF">2026-02-03T15:12:06Z</dcterms:modified>
</cp:coreProperties>
</file>